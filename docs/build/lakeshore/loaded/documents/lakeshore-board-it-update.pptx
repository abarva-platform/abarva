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36"/>
                </a:solidFill>
              </a:rPr>
              <a:t>Lakeshore Holdings IT Board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1"/>
                </a:solidFill>
              </a:rPr>
              <a:t>SYNTHETIC / ILLUSTRATIVE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24B"/>
                </a:solidFill>
              </a:rPr>
              <a:t>Treasury visibility, platform rationalization, and opco integration are the FY2026 priorities.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36"/>
                </a:solidFill>
              </a:rPr>
              <a:t>Opco IT estates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1"/>
                </a:solidFill>
              </a:rPr>
              <a:t>SYNTHETIC / ILLUSTRATIVE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24B"/>
                </a:solidFill>
              </a:rPr>
              <a:t>Northline: supply chain and logistics. Brightmark: marketing, sourcing, and loyalty. Forge &amp; Field: consumer products and DTC commerce.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36"/>
                </a:solidFill>
              </a:rPr>
              <a:t>Kyriba rollout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1"/>
                </a:solidFill>
              </a:rPr>
              <a:t>SYNTHETIC / ILLUSTRATIVE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24B"/>
                </a:solidFill>
              </a:rPr>
              <a:t>Phase 1 covers cash visibility, bank account inventory, and FX exposure. Phase 2 adds payment factory and working-capital analytics.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36"/>
                </a:solidFill>
              </a:rPr>
              <a:t>Risks and controls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1"/>
                </a:solidFill>
              </a:rPr>
              <a:t>SYNTHETIC / ILLUSTRATIVE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24B"/>
                </a:solidFill>
              </a:rPr>
              <a:t>Top risks: vendor renewal concentration, fragmented master data, local AI tooling, and acquisition integration debt.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Holdings Board IT Update</dc:title>
  <dc:subject>Lakeshore Holdings board update</dc:subject>
  <dc:creator>AbarVa synthetic data generator</dc:creator>
  <cp:lastModifiedBy>AbarVa synthetic data generator</cp:lastModifiedBy>
  <cp:revision>1</cp:revision>
  <dcterms:created xsi:type="dcterms:W3CDTF">2026-06-04T02:44:49Z</dcterms:created>
  <dcterms:modified xsi:type="dcterms:W3CDTF">2026-06-04T02:44:49Z</dcterms:modified>
</cp:coreProperties>
</file>