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</a:rPr>
              <a:t>REPRESENTATIVE / SYNTHETIC — not real SkyHarbor client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SkyHarbor Air — Product &amp; Platform Operating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Current-state operating model for the AI-PDLC Move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Operating model — how teams are funded &amp; run today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Funding: annual capex per platform; product squads funded quarterly.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Prioritization: a central architecture council approves cross-team work.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Decision: platform changes require VP Engineering sign-off.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Operating model is federated squads over a centralized platform team.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Risk: quarterly funding cadence slows mid-cycle AI investment.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2026-06-10T12:30:56Z</dcterms:created>
  <dcterms:modified xsi:type="dcterms:W3CDTF">2026-06-10T12:30:56Z</dcterms:modified>
</cp:coreProperties>
</file>